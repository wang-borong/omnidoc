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00" name="OmniDoc Accent 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mniDoc Modern Slides">
  <a:themeElements>
    <a:clrScheme name="OmniDoc Modern Slides">
      <a:dk1>
        <a:srgbClr val="172033"/>
      </a:dk1>
      <a:lt1>
        <a:srgbClr val="F7F9FC"/>
      </a:lt1>
      <a:dk2>
        <a:srgbClr val="253858"/>
      </a:dk2>
      <a:lt2>
        <a:srgbClr val="E9EEF7"/>
      </a:lt2>
      <a:accent1>
        <a:srgbClr val="3451B2"/>
      </a:accent1>
      <a:accent2>
        <a:srgbClr val="00A6A6"/>
      </a:accent2>
      <a:accent3>
        <a:srgbClr val="F59E0B"/>
      </a:accent3>
      <a:accent4>
        <a:srgbClr val="7C3AED"/>
      </a:accent4>
      <a:accent5>
        <a:srgbClr val="2563EB"/>
      </a:accent5>
      <a:accent6>
        <a:srgbClr val="E11D48"/>
      </a:accent6>
      <a:hlink>
        <a:srgbClr val="3451B2"/>
      </a:hlink>
      <a:folHlink>
        <a:srgbClr val="7C3AED"/>
      </a:folHlink>
    </a:clrScheme>
    <a:fontScheme name="Office">
      <a:majorFont>
        <a:latin typeface="Aptos Display"/>
        <a:ea typeface="Noto Sans CJK SC"/>
        <a:cs typeface="Aptos Display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Noto Sans CJK SC"/>
        <a:cs typeface="Aptos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mniDoc Modern Slides">
  <a:themeElements>
    <a:clrScheme name="OmniDoc Modern Slides">
      <a:dk1>
        <a:srgbClr val="172033"/>
      </a:dk1>
      <a:lt1>
        <a:srgbClr val="F7F9FC"/>
      </a:lt1>
      <a:dk2>
        <a:srgbClr val="253858"/>
      </a:dk2>
      <a:lt2>
        <a:srgbClr val="E9EEF7"/>
      </a:lt2>
      <a:accent1>
        <a:srgbClr val="3451B2"/>
      </a:accent1>
      <a:accent2>
        <a:srgbClr val="00A6A6"/>
      </a:accent2>
      <a:accent3>
        <a:srgbClr val="F59E0B"/>
      </a:accent3>
      <a:accent4>
        <a:srgbClr val="7C3AED"/>
      </a:accent4>
      <a:accent5>
        <a:srgbClr val="2563EB"/>
      </a:accent5>
      <a:accent6>
        <a:srgbClr val="E11D48"/>
      </a:accent6>
      <a:hlink>
        <a:srgbClr val="3451B2"/>
      </a:hlink>
      <a:folHlink>
        <a:srgbClr val="7C3AED"/>
      </a:folHlink>
    </a:clrScheme>
    <a:fontScheme name="Office">
      <a:majorFont>
        <a:latin typeface="Aptos Display" panose="020F0302020204030204"/>
        <a:ea typeface="Noto Sans CJK SC"/>
        <a:cs typeface="Aptos Display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F0502020204030204"/>
        <a:ea typeface="Noto Sans CJK SC"/>
        <a:cs typeface="Aptos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OmniDoc Modern Slides</dc:title>
  <dc:creator>Jesse Rosenthal</dc:creator>
  <cp:lastModifiedBy>Jesse Rosenthal</cp:lastModifiedBy>
  <cp:revision>5</cp:revision>
  <dcterms:created xsi:type="dcterms:W3CDTF">2000-01-01T00:00:00Z</dcterms:created>
  <dcterms:modified xsi:type="dcterms:W3CDTF">2000-01-01T00:00:00Z</dcterms:modified>
</cp:coreProperties>
</file>