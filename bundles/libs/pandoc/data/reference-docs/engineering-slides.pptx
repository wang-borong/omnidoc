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00" name="OmniDoc Accent 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12B"/>
      </a:dk1>
      <a:lt1>
        <a:srgbClr val="F7F3EA"/>
      </a:lt1>
      <a:dk2>
        <a:srgbClr val="244B5A"/>
      </a:dk2>
      <a:lt2>
        <a:srgbClr val="E8E1D5"/>
      </a:lt2>
      <a:accent1>
        <a:srgbClr val="0B6E75"/>
      </a:accent1>
      <a:accent2>
        <a:srgbClr val="E08A36"/>
      </a:accent2>
      <a:accent3>
        <a:srgbClr val="78A55A"/>
      </a:accent3>
      <a:accent4>
        <a:srgbClr val="7A5AA6"/>
      </a:accent4>
      <a:accent5>
        <a:srgbClr val="2B5C8A"/>
      </a:accent5>
      <a:accent6>
        <a:srgbClr val="C45B5B"/>
      </a:accent6>
      <a:hlink>
        <a:srgbClr val="0B6E75"/>
      </a:hlink>
      <a:folHlink>
        <a:srgbClr val="7A5AA6"/>
      </a:folHlink>
    </a:clrScheme>
    <a:fontScheme name="Office">
      <a:majorFont>
        <a:latin typeface="Aptos Display"/>
        <a:ea typeface="Noto Sans CJK SC"/>
        <a:cs typeface="Aptos Display"/>
        <a:font script="Jpan" typeface="ＭＳ Ｐゴシック"/>
        <a:font script="Hang" typeface="맑은 고딕"/>
        <a:font script="Hans" typeface="Noto Sans CJK SC"/>
        <a:font script="Hant" typeface="Noto Sans CJK T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 Display"/>
        <a:ea typeface="Noto Sans CJK SC"/>
        <a:cs typeface="Aptos Display"/>
        <a:font script="Jpan" typeface="ＭＳ Ｐゴシック"/>
        <a:font script="Hang" typeface="맑은 고딕"/>
        <a:font script="Hans" typeface="Noto Sans CJK SC"/>
        <a:font script="Hant" typeface="Noto Sans CJK T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12B"/>
      </a:dk1>
      <a:lt1>
        <a:srgbClr val="F7F3EA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Noto Sans CJK SC"/>
        <a:font script="Hant" typeface="Noto Sans CJK T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Noto Sans CJK SC"/>
        <a:font script="Hant" typeface="Noto Sans CJK T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